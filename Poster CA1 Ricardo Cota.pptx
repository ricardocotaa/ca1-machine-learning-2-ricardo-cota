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0BD3E9-4642-4B30-A09C-CC50276A1843}" v="11" dt="2026-10-18T19:44:42.2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ardo Cota" userId="e5fd7ecd735c0a54" providerId="LiveId" clId="{9263ED6A-7490-40AF-9AF0-5E93D39FA17A}"/>
    <pc:docChg chg="undo custSel modSld">
      <pc:chgData name="Ricardo Cota" userId="e5fd7ecd735c0a54" providerId="LiveId" clId="{9263ED6A-7490-40AF-9AF0-5E93D39FA17A}" dt="2026-10-18T19:47:31.362" v="299" actId="1038"/>
      <pc:docMkLst>
        <pc:docMk/>
      </pc:docMkLst>
      <pc:sldChg chg="addSp delSp modSp mod">
        <pc:chgData name="Ricardo Cota" userId="e5fd7ecd735c0a54" providerId="LiveId" clId="{9263ED6A-7490-40AF-9AF0-5E93D39FA17A}" dt="2026-10-18T19:47:31.362" v="299" actId="1038"/>
        <pc:sldMkLst>
          <pc:docMk/>
          <pc:sldMk cId="1869591702" sldId="256"/>
        </pc:sldMkLst>
        <pc:spChg chg="add mod">
          <ac:chgData name="Ricardo Cota" userId="e5fd7ecd735c0a54" providerId="LiveId" clId="{9263ED6A-7490-40AF-9AF0-5E93D39FA17A}" dt="2026-10-18T19:26:28.221" v="52" actId="1076"/>
          <ac:spMkLst>
            <pc:docMk/>
            <pc:sldMk cId="1869591702" sldId="256"/>
            <ac:spMk id="3" creationId="{362632F0-7A65-3F67-3711-64A0B38B4B83}"/>
          </ac:spMkLst>
        </pc:spChg>
        <pc:spChg chg="mod">
          <ac:chgData name="Ricardo Cota" userId="e5fd7ecd735c0a54" providerId="LiveId" clId="{9263ED6A-7490-40AF-9AF0-5E93D39FA17A}" dt="2026-10-18T19:47:15.194" v="278" actId="1037"/>
          <ac:spMkLst>
            <pc:docMk/>
            <pc:sldMk cId="1869591702" sldId="256"/>
            <ac:spMk id="4" creationId="{7D770859-A921-8387-6419-9BC03BB22BC2}"/>
          </ac:spMkLst>
        </pc:spChg>
        <pc:spChg chg="add del mod">
          <ac:chgData name="Ricardo Cota" userId="e5fd7ecd735c0a54" providerId="LiveId" clId="{9263ED6A-7490-40AF-9AF0-5E93D39FA17A}" dt="2026-10-18T19:47:23.766" v="288" actId="1037"/>
          <ac:spMkLst>
            <pc:docMk/>
            <pc:sldMk cId="1869591702" sldId="256"/>
            <ac:spMk id="8" creationId="{6AA331D7-B6C3-A26F-E268-4E02F09B6DDA}"/>
          </ac:spMkLst>
        </pc:spChg>
        <pc:spChg chg="mod">
          <ac:chgData name="Ricardo Cota" userId="e5fd7ecd735c0a54" providerId="LiveId" clId="{9263ED6A-7490-40AF-9AF0-5E93D39FA17A}" dt="2026-10-18T19:47:31.362" v="299" actId="1038"/>
          <ac:spMkLst>
            <pc:docMk/>
            <pc:sldMk cId="1869591702" sldId="256"/>
            <ac:spMk id="10" creationId="{19C9C85D-4D8C-3D4C-98AA-601A4CF0BBDC}"/>
          </ac:spMkLst>
        </pc:spChg>
        <pc:spChg chg="mod">
          <ac:chgData name="Ricardo Cota" userId="e5fd7ecd735c0a54" providerId="LiveId" clId="{9263ED6A-7490-40AF-9AF0-5E93D39FA17A}" dt="2026-10-18T19:35:56.645" v="143" actId="207"/>
          <ac:spMkLst>
            <pc:docMk/>
            <pc:sldMk cId="1869591702" sldId="256"/>
            <ac:spMk id="13" creationId="{5766212F-AC11-5563-66DE-2A89AC011BE9}"/>
          </ac:spMkLst>
        </pc:spChg>
        <pc:spChg chg="mod">
          <ac:chgData name="Ricardo Cota" userId="e5fd7ecd735c0a54" providerId="LiveId" clId="{9263ED6A-7490-40AF-9AF0-5E93D39FA17A}" dt="2026-10-18T19:38:56" v="161" actId="207"/>
          <ac:spMkLst>
            <pc:docMk/>
            <pc:sldMk cId="1869591702" sldId="256"/>
            <ac:spMk id="15" creationId="{E310EF92-67D8-39D5-49A8-FD1DD957C058}"/>
          </ac:spMkLst>
        </pc:spChg>
        <pc:spChg chg="mod">
          <ac:chgData name="Ricardo Cota" userId="e5fd7ecd735c0a54" providerId="LiveId" clId="{9263ED6A-7490-40AF-9AF0-5E93D39FA17A}" dt="2026-10-18T19:37:20.513" v="154" actId="207"/>
          <ac:spMkLst>
            <pc:docMk/>
            <pc:sldMk cId="1869591702" sldId="256"/>
            <ac:spMk id="17" creationId="{DD9D1CDF-6C0A-CDA5-2116-E5095952D749}"/>
          </ac:spMkLst>
        </pc:spChg>
        <pc:spChg chg="mod">
          <ac:chgData name="Ricardo Cota" userId="e5fd7ecd735c0a54" providerId="LiveId" clId="{9263ED6A-7490-40AF-9AF0-5E93D39FA17A}" dt="2026-10-18T19:38:56" v="161" actId="207"/>
          <ac:spMkLst>
            <pc:docMk/>
            <pc:sldMk cId="1869591702" sldId="256"/>
            <ac:spMk id="25" creationId="{CBFE8CCB-631E-52A1-FA2B-9DF043B6E614}"/>
          </ac:spMkLst>
        </pc:spChg>
        <pc:spChg chg="mod">
          <ac:chgData name="Ricardo Cota" userId="e5fd7ecd735c0a54" providerId="LiveId" clId="{9263ED6A-7490-40AF-9AF0-5E93D39FA17A}" dt="2026-10-18T19:36:16.674" v="146" actId="207"/>
          <ac:spMkLst>
            <pc:docMk/>
            <pc:sldMk cId="1869591702" sldId="256"/>
            <ac:spMk id="27" creationId="{7665DA49-1C62-4874-C8AF-43CA46D17A2C}"/>
          </ac:spMkLst>
        </pc:spChg>
        <pc:spChg chg="mod">
          <ac:chgData name="Ricardo Cota" userId="e5fd7ecd735c0a54" providerId="LiveId" clId="{9263ED6A-7490-40AF-9AF0-5E93D39FA17A}" dt="2026-10-18T19:38:56" v="161" actId="207"/>
          <ac:spMkLst>
            <pc:docMk/>
            <pc:sldMk cId="1869591702" sldId="256"/>
            <ac:spMk id="33" creationId="{6AD1C9B8-71F4-B240-9F00-2C7F62E78283}"/>
          </ac:spMkLst>
        </pc:spChg>
        <pc:spChg chg="mod">
          <ac:chgData name="Ricardo Cota" userId="e5fd7ecd735c0a54" providerId="LiveId" clId="{9263ED6A-7490-40AF-9AF0-5E93D39FA17A}" dt="2026-10-18T19:38:56" v="161" actId="207"/>
          <ac:spMkLst>
            <pc:docMk/>
            <pc:sldMk cId="1869591702" sldId="256"/>
            <ac:spMk id="41" creationId="{57E11424-AA2A-6AD4-29A2-3937C15A3665}"/>
          </ac:spMkLst>
        </pc:spChg>
        <pc:spChg chg="mod">
          <ac:chgData name="Ricardo Cota" userId="e5fd7ecd735c0a54" providerId="LiveId" clId="{9263ED6A-7490-40AF-9AF0-5E93D39FA17A}" dt="2026-10-18T19:44:25.241" v="221" actId="1076"/>
          <ac:spMkLst>
            <pc:docMk/>
            <pc:sldMk cId="1869591702" sldId="256"/>
            <ac:spMk id="43" creationId="{3B6E1BFD-7470-319B-D178-7F311001ECD3}"/>
          </ac:spMkLst>
        </pc:spChg>
        <pc:spChg chg="mod">
          <ac:chgData name="Ricardo Cota" userId="e5fd7ecd735c0a54" providerId="LiveId" clId="{9263ED6A-7490-40AF-9AF0-5E93D39FA17A}" dt="2026-10-18T19:38:56" v="161" actId="207"/>
          <ac:spMkLst>
            <pc:docMk/>
            <pc:sldMk cId="1869591702" sldId="256"/>
            <ac:spMk id="45" creationId="{332A41EB-AD9D-CBD5-D84B-B78E92C5A1CD}"/>
          </ac:spMkLst>
        </pc:spChg>
        <pc:spChg chg="mod">
          <ac:chgData name="Ricardo Cota" userId="e5fd7ecd735c0a54" providerId="LiveId" clId="{9263ED6A-7490-40AF-9AF0-5E93D39FA17A}" dt="2026-10-18T19:43:37.392" v="213" actId="1037"/>
          <ac:spMkLst>
            <pc:docMk/>
            <pc:sldMk cId="1869591702" sldId="256"/>
            <ac:spMk id="61" creationId="{D335D26B-5909-E86D-5E9E-A26ED6941A42}"/>
          </ac:spMkLst>
        </pc:spChg>
        <pc:spChg chg="mod">
          <ac:chgData name="Ricardo Cota" userId="e5fd7ecd735c0a54" providerId="LiveId" clId="{9263ED6A-7490-40AF-9AF0-5E93D39FA17A}" dt="2026-10-18T19:44:05.245" v="219" actId="1076"/>
          <ac:spMkLst>
            <pc:docMk/>
            <pc:sldMk cId="1869591702" sldId="256"/>
            <ac:spMk id="65" creationId="{4D5A72E7-9C13-495D-1998-5BFCC5462EFB}"/>
          </ac:spMkLst>
        </pc:spChg>
        <pc:spChg chg="mod">
          <ac:chgData name="Ricardo Cota" userId="e5fd7ecd735c0a54" providerId="LiveId" clId="{9263ED6A-7490-40AF-9AF0-5E93D39FA17A}" dt="2026-10-18T19:38:56" v="161" actId="207"/>
          <ac:spMkLst>
            <pc:docMk/>
            <pc:sldMk cId="1869591702" sldId="256"/>
            <ac:spMk id="67" creationId="{80709867-4C1C-FF93-59D3-10D8DF4CAE0F}"/>
          </ac:spMkLst>
        </pc:spChg>
        <pc:spChg chg="mod">
          <ac:chgData name="Ricardo Cota" userId="e5fd7ecd735c0a54" providerId="LiveId" clId="{9263ED6A-7490-40AF-9AF0-5E93D39FA17A}" dt="2026-10-18T19:43:44.533" v="218" actId="1037"/>
          <ac:spMkLst>
            <pc:docMk/>
            <pc:sldMk cId="1869591702" sldId="256"/>
            <ac:spMk id="69" creationId="{1DA84381-811D-4F8B-4A1A-E1BA50894405}"/>
          </ac:spMkLst>
        </pc:spChg>
        <pc:spChg chg="mod">
          <ac:chgData name="Ricardo Cota" userId="e5fd7ecd735c0a54" providerId="LiveId" clId="{9263ED6A-7490-40AF-9AF0-5E93D39FA17A}" dt="2026-10-18T19:44:10.922" v="220" actId="1076"/>
          <ac:spMkLst>
            <pc:docMk/>
            <pc:sldMk cId="1869591702" sldId="256"/>
            <ac:spMk id="73" creationId="{90775618-C6E2-58E7-E12A-B9955DA84188}"/>
          </ac:spMkLst>
        </pc:spChg>
        <pc:spChg chg="mod">
          <ac:chgData name="Ricardo Cota" userId="e5fd7ecd735c0a54" providerId="LiveId" clId="{9263ED6A-7490-40AF-9AF0-5E93D39FA17A}" dt="2026-10-18T19:37:03.031" v="150" actId="207"/>
          <ac:spMkLst>
            <pc:docMk/>
            <pc:sldMk cId="1869591702" sldId="256"/>
            <ac:spMk id="89" creationId="{8EBBF843-8646-1C99-0137-3EAC537E11EF}"/>
          </ac:spMkLst>
        </pc:spChg>
        <pc:spChg chg="mod">
          <ac:chgData name="Ricardo Cota" userId="e5fd7ecd735c0a54" providerId="LiveId" clId="{9263ED6A-7490-40AF-9AF0-5E93D39FA17A}" dt="2026-10-18T19:38:56" v="161" actId="207"/>
          <ac:spMkLst>
            <pc:docMk/>
            <pc:sldMk cId="1869591702" sldId="256"/>
            <ac:spMk id="91" creationId="{46B7288D-AC0E-DBE4-FFCD-262D0DB0F7A2}"/>
          </ac:spMkLst>
        </pc:spChg>
        <pc:spChg chg="mod">
          <ac:chgData name="Ricardo Cota" userId="e5fd7ecd735c0a54" providerId="LiveId" clId="{9263ED6A-7490-40AF-9AF0-5E93D39FA17A}" dt="2026-10-18T19:37:07.857" v="151" actId="207"/>
          <ac:spMkLst>
            <pc:docMk/>
            <pc:sldMk cId="1869591702" sldId="256"/>
            <ac:spMk id="93" creationId="{40BC5250-9D41-6EF9-FCB7-355FD4272CCF}"/>
          </ac:spMkLst>
        </pc:spChg>
        <pc:spChg chg="mod">
          <ac:chgData name="Ricardo Cota" userId="e5fd7ecd735c0a54" providerId="LiveId" clId="{9263ED6A-7490-40AF-9AF0-5E93D39FA17A}" dt="2026-10-18T19:38:56" v="161" actId="207"/>
          <ac:spMkLst>
            <pc:docMk/>
            <pc:sldMk cId="1869591702" sldId="256"/>
            <ac:spMk id="95" creationId="{549BEC16-D10B-92DA-D1BC-17E46AE49DE9}"/>
          </ac:spMkLst>
        </pc:spChg>
        <pc:picChg chg="add del mod ord">
          <ac:chgData name="Ricardo Cota" userId="e5fd7ecd735c0a54" providerId="LiveId" clId="{9263ED6A-7490-40AF-9AF0-5E93D39FA17A}" dt="2026-10-18T19:29:24.506" v="95" actId="478"/>
          <ac:picMkLst>
            <pc:docMk/>
            <pc:sldMk cId="1869591702" sldId="256"/>
            <ac:picMk id="5" creationId="{5563537E-B8CC-C788-0E7D-79C495FC9030}"/>
          </ac:picMkLst>
        </pc:picChg>
        <pc:picChg chg="add del mod">
          <ac:chgData name="Ricardo Cota" userId="e5fd7ecd735c0a54" providerId="LiveId" clId="{9263ED6A-7490-40AF-9AF0-5E93D39FA17A}" dt="2026-10-18T19:30:32.747" v="100" actId="478"/>
          <ac:picMkLst>
            <pc:docMk/>
            <pc:sldMk cId="1869591702" sldId="256"/>
            <ac:picMk id="7" creationId="{04B87A47-B77F-411D-F429-67D0B01D1E21}"/>
          </ac:picMkLst>
        </pc:picChg>
        <pc:picChg chg="mod">
          <ac:chgData name="Ricardo Cota" userId="e5fd7ecd735c0a54" providerId="LiveId" clId="{9263ED6A-7490-40AF-9AF0-5E93D39FA17A}" dt="2026-10-18T19:26:11.854" v="46" actId="1035"/>
          <ac:picMkLst>
            <pc:docMk/>
            <pc:sldMk cId="1869591702" sldId="256"/>
            <ac:picMk id="82" creationId="{6739C6CA-C9DC-513D-C80A-FF1F77498645}"/>
          </ac:picMkLst>
        </pc:picChg>
        <pc:picChg chg="mod">
          <ac:chgData name="Ricardo Cota" userId="e5fd7ecd735c0a54" providerId="LiveId" clId="{9263ED6A-7490-40AF-9AF0-5E93D39FA17A}" dt="2026-10-18T19:26:16.425" v="51" actId="1035"/>
          <ac:picMkLst>
            <pc:docMk/>
            <pc:sldMk cId="1869591702" sldId="256"/>
            <ac:picMk id="97" creationId="{7E8FBA1B-2D5A-0655-BC7B-2F9934BD4A0E}"/>
          </ac:picMkLst>
        </pc:picChg>
        <pc:cxnChg chg="add mod">
          <ac:chgData name="Ricardo Cota" userId="e5fd7ecd735c0a54" providerId="LiveId" clId="{9263ED6A-7490-40AF-9AF0-5E93D39FA17A}" dt="2026-10-18T19:39:58.132" v="163" actId="208"/>
          <ac:cxnSpMkLst>
            <pc:docMk/>
            <pc:sldMk cId="1869591702" sldId="256"/>
            <ac:cxnSpMk id="11" creationId="{E5A7996C-3281-7C6B-96BF-07D5CF846603}"/>
          </ac:cxnSpMkLst>
        </pc:cxnChg>
        <pc:cxnChg chg="add mod">
          <ac:chgData name="Ricardo Cota" userId="e5fd7ecd735c0a54" providerId="LiveId" clId="{9263ED6A-7490-40AF-9AF0-5E93D39FA17A}" dt="2026-10-18T19:42:29.069" v="188" actId="1076"/>
          <ac:cxnSpMkLst>
            <pc:docMk/>
            <pc:sldMk cId="1869591702" sldId="256"/>
            <ac:cxnSpMk id="12" creationId="{B6B6833F-C924-C82B-D42D-2566C01C655E}"/>
          </ac:cxnSpMkLst>
        </pc:cxnChg>
        <pc:cxnChg chg="add mod">
          <ac:chgData name="Ricardo Cota" userId="e5fd7ecd735c0a54" providerId="LiveId" clId="{9263ED6A-7490-40AF-9AF0-5E93D39FA17A}" dt="2026-10-18T19:43:14.977" v="206" actId="1037"/>
          <ac:cxnSpMkLst>
            <pc:docMk/>
            <pc:sldMk cId="1869591702" sldId="256"/>
            <ac:cxnSpMk id="14" creationId="{939CBF6A-E4C5-CB4C-2E41-7683093000AB}"/>
          </ac:cxnSpMkLst>
        </pc:cxnChg>
        <pc:cxnChg chg="add mod">
          <ac:chgData name="Ricardo Cota" userId="e5fd7ecd735c0a54" providerId="LiveId" clId="{9263ED6A-7490-40AF-9AF0-5E93D39FA17A}" dt="2026-10-18T19:41:10.177" v="174" actId="208"/>
          <ac:cxnSpMkLst>
            <pc:docMk/>
            <pc:sldMk cId="1869591702" sldId="256"/>
            <ac:cxnSpMk id="18" creationId="{8A5F62F9-DE57-617E-FE7E-478521EDF3FC}"/>
          </ac:cxnSpMkLst>
        </pc:cxnChg>
        <pc:cxnChg chg="add mod">
          <ac:chgData name="Ricardo Cota" userId="e5fd7ecd735c0a54" providerId="LiveId" clId="{9263ED6A-7490-40AF-9AF0-5E93D39FA17A}" dt="2026-10-18T19:41:23.555" v="176" actId="1076"/>
          <ac:cxnSpMkLst>
            <pc:docMk/>
            <pc:sldMk cId="1869591702" sldId="256"/>
            <ac:cxnSpMk id="22" creationId="{C0A64282-31C2-D97F-3B52-4EFA910E51CA}"/>
          </ac:cxnSpMkLst>
        </pc:cxnChg>
        <pc:cxnChg chg="add mod">
          <ac:chgData name="Ricardo Cota" userId="e5fd7ecd735c0a54" providerId="LiveId" clId="{9263ED6A-7490-40AF-9AF0-5E93D39FA17A}" dt="2026-10-18T19:41:42.200" v="179" actId="1076"/>
          <ac:cxnSpMkLst>
            <pc:docMk/>
            <pc:sldMk cId="1869591702" sldId="256"/>
            <ac:cxnSpMk id="23" creationId="{9F3367B5-7AF6-A8EA-04D8-95715436CC85}"/>
          </ac:cxnSpMkLst>
        </pc:cxnChg>
        <pc:cxnChg chg="add mod">
          <ac:chgData name="Ricardo Cota" userId="e5fd7ecd735c0a54" providerId="LiveId" clId="{9263ED6A-7490-40AF-9AF0-5E93D39FA17A}" dt="2026-10-18T19:41:51.193" v="181" actId="1076"/>
          <ac:cxnSpMkLst>
            <pc:docMk/>
            <pc:sldMk cId="1869591702" sldId="256"/>
            <ac:cxnSpMk id="24" creationId="{593C60A4-BD46-9576-260D-D95A5BB4429D}"/>
          </ac:cxnSpMkLst>
        </pc:cxnChg>
        <pc:cxnChg chg="add mod">
          <ac:chgData name="Ricardo Cota" userId="e5fd7ecd735c0a54" providerId="LiveId" clId="{9263ED6A-7490-40AF-9AF0-5E93D39FA17A}" dt="2026-10-18T19:42:01.742" v="183" actId="1076"/>
          <ac:cxnSpMkLst>
            <pc:docMk/>
            <pc:sldMk cId="1869591702" sldId="256"/>
            <ac:cxnSpMk id="26" creationId="{51E611DB-D4F7-9B4A-1E66-3C1C1349D788}"/>
          </ac:cxnSpMkLst>
        </pc:cxnChg>
        <pc:cxnChg chg="add mod">
          <ac:chgData name="Ricardo Cota" userId="e5fd7ecd735c0a54" providerId="LiveId" clId="{9263ED6A-7490-40AF-9AF0-5E93D39FA17A}" dt="2026-10-18T19:42:09.654" v="185" actId="1076"/>
          <ac:cxnSpMkLst>
            <pc:docMk/>
            <pc:sldMk cId="1869591702" sldId="256"/>
            <ac:cxnSpMk id="28" creationId="{A74F4A31-FB79-56D7-0901-EEE6A895D5D0}"/>
          </ac:cxnSpMkLst>
        </pc:cxnChg>
        <pc:cxnChg chg="add mod">
          <ac:chgData name="Ricardo Cota" userId="e5fd7ecd735c0a54" providerId="LiveId" clId="{9263ED6A-7490-40AF-9AF0-5E93D39FA17A}" dt="2026-10-18T19:42:17.608" v="187" actId="1076"/>
          <ac:cxnSpMkLst>
            <pc:docMk/>
            <pc:sldMk cId="1869591702" sldId="256"/>
            <ac:cxnSpMk id="29" creationId="{56970690-03F8-FE72-254E-6F73DA3E1043}"/>
          </ac:cxnSpMkLst>
        </pc:cxnChg>
        <pc:cxnChg chg="add mod">
          <ac:chgData name="Ricardo Cota" userId="e5fd7ecd735c0a54" providerId="LiveId" clId="{9263ED6A-7490-40AF-9AF0-5E93D39FA17A}" dt="2026-10-18T19:43:20.656" v="208" actId="1076"/>
          <ac:cxnSpMkLst>
            <pc:docMk/>
            <pc:sldMk cId="1869591702" sldId="256"/>
            <ac:cxnSpMk id="30" creationId="{57316827-0C2A-F1F8-C8BF-569B8C3DD032}"/>
          </ac:cxnSpMkLst>
        </pc:cxnChg>
        <pc:cxnChg chg="add mod">
          <ac:chgData name="Ricardo Cota" userId="e5fd7ecd735c0a54" providerId="LiveId" clId="{9263ED6A-7490-40AF-9AF0-5E93D39FA17A}" dt="2026-10-18T19:44:40.177" v="227" actId="1035"/>
          <ac:cxnSpMkLst>
            <pc:docMk/>
            <pc:sldMk cId="1869591702" sldId="256"/>
            <ac:cxnSpMk id="31" creationId="{A62C1B2B-6F50-73BE-FA62-CBA1872FC406}"/>
          </ac:cxnSpMkLst>
        </pc:cxnChg>
        <pc:cxnChg chg="add mod">
          <ac:chgData name="Ricardo Cota" userId="e5fd7ecd735c0a54" providerId="LiveId" clId="{9263ED6A-7490-40AF-9AF0-5E93D39FA17A}" dt="2026-10-18T19:44:51.118" v="231" actId="1076"/>
          <ac:cxnSpMkLst>
            <pc:docMk/>
            <pc:sldMk cId="1869591702" sldId="256"/>
            <ac:cxnSpMk id="32" creationId="{CA1CF1F6-FE4D-11A5-5AD4-5CCB02D9E8C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8AD15C-AA3A-47A3-B70E-B49035A802C9}" type="datetimeFigureOut">
              <a:rPr lang="en-IE" smtClean="0"/>
              <a:t>18/10/2026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05DC2-24D7-429B-AEEB-294817BD4A27}" type="slidenum">
              <a:rPr lang="en-IE" smtClean="0"/>
              <a:t>‹#›</a:t>
            </a:fld>
            <a:endParaRPr lang="en-IE"/>
          </a:p>
        </p:txBody>
      </p:sp>
    </p:spTree>
    <p:extLst>
      <p:ext uri="{BB962C8B-B14F-4D97-AF65-F5344CB8AC3E}">
        <p14:creationId xmlns:p14="http://schemas.microsoft.com/office/powerpoint/2010/main" val="986178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C1B05DC2-24D7-429B-AEEB-294817BD4A27}" type="slidenum">
              <a:rPr lang="en-IE" smtClean="0"/>
              <a:t>1</a:t>
            </a:fld>
            <a:endParaRPr lang="en-IE"/>
          </a:p>
        </p:txBody>
      </p:sp>
    </p:spTree>
    <p:extLst>
      <p:ext uri="{BB962C8B-B14F-4D97-AF65-F5344CB8AC3E}">
        <p14:creationId xmlns:p14="http://schemas.microsoft.com/office/powerpoint/2010/main" val="1911302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8D194-0B47-68AF-4AAA-F7EA933D85F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E"/>
          </a:p>
        </p:txBody>
      </p:sp>
      <p:sp>
        <p:nvSpPr>
          <p:cNvPr id="3" name="Subtitle 2">
            <a:extLst>
              <a:ext uri="{FF2B5EF4-FFF2-40B4-BE49-F238E27FC236}">
                <a16:creationId xmlns:a16="http://schemas.microsoft.com/office/drawing/2014/main" id="{198C2096-F96A-B7DE-8650-A844FF47A1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E"/>
          </a:p>
        </p:txBody>
      </p:sp>
      <p:sp>
        <p:nvSpPr>
          <p:cNvPr id="4" name="Date Placeholder 3">
            <a:extLst>
              <a:ext uri="{FF2B5EF4-FFF2-40B4-BE49-F238E27FC236}">
                <a16:creationId xmlns:a16="http://schemas.microsoft.com/office/drawing/2014/main" id="{4ADFBB9F-EA25-C004-856B-F4E246FB0657}"/>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CD7D88BF-ED9F-D592-AA65-F54156C9C57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77C1AE9-7503-7B3D-C8AB-30DEF1DD3207}"/>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3195700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412B7-4A61-79BE-5220-2725B280A86E}"/>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F2258848-A000-3DD5-FF10-D41373F731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852F0B19-EF7B-0D7C-6D3E-CD06D05C1E75}"/>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59301DE7-6163-6E43-DCD1-AADF9E2ADFEC}"/>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3D47AA16-16A0-CC34-081D-10C16F089A79}"/>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556362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80B2-3F3B-6FE2-AA2B-0CFF2249839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E"/>
          </a:p>
        </p:txBody>
      </p:sp>
      <p:sp>
        <p:nvSpPr>
          <p:cNvPr id="3" name="Text Placeholder 2">
            <a:extLst>
              <a:ext uri="{FF2B5EF4-FFF2-40B4-BE49-F238E27FC236}">
                <a16:creationId xmlns:a16="http://schemas.microsoft.com/office/drawing/2014/main" id="{11946AF1-440B-284B-EAD3-57A5E36021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C29A092-931C-EB67-86B8-B165702FA713}"/>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06383744-A065-D11B-3943-EC513152B63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2907017-364E-15B2-DA1C-1704E050A860}"/>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2603892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CD5CF-408C-BAEF-739E-CF6A37C0ABDE}"/>
              </a:ext>
            </a:extLst>
          </p:cNvPr>
          <p:cNvSpPr>
            <a:spLocks noGrp="1"/>
          </p:cNvSpPr>
          <p:nvPr>
            <p:ph type="title"/>
          </p:nvPr>
        </p:nvSpPr>
        <p:spPr/>
        <p:txBody>
          <a:bodyPr/>
          <a:lstStyle/>
          <a:p>
            <a:r>
              <a:rPr lang="en-GB"/>
              <a:t>Click to edit Master title style</a:t>
            </a:r>
            <a:endParaRPr lang="en-IE"/>
          </a:p>
        </p:txBody>
      </p:sp>
      <p:sp>
        <p:nvSpPr>
          <p:cNvPr id="3" name="Content Placeholder 2">
            <a:extLst>
              <a:ext uri="{FF2B5EF4-FFF2-40B4-BE49-F238E27FC236}">
                <a16:creationId xmlns:a16="http://schemas.microsoft.com/office/drawing/2014/main" id="{39AAEAAB-F5AB-DCD0-49DE-38DB0F9AA8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Content Placeholder 3">
            <a:extLst>
              <a:ext uri="{FF2B5EF4-FFF2-40B4-BE49-F238E27FC236}">
                <a16:creationId xmlns:a16="http://schemas.microsoft.com/office/drawing/2014/main" id="{019F012E-080E-3030-52E9-3E76538CB10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Date Placeholder 4">
            <a:extLst>
              <a:ext uri="{FF2B5EF4-FFF2-40B4-BE49-F238E27FC236}">
                <a16:creationId xmlns:a16="http://schemas.microsoft.com/office/drawing/2014/main" id="{FF063740-D6A6-A6E5-8E46-45ED7C7DAE93}"/>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6" name="Footer Placeholder 5">
            <a:extLst>
              <a:ext uri="{FF2B5EF4-FFF2-40B4-BE49-F238E27FC236}">
                <a16:creationId xmlns:a16="http://schemas.microsoft.com/office/drawing/2014/main" id="{5683DA54-B13F-FA87-670F-E7497139DDE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4EDF2A4C-3F1A-C024-F3D5-884ACB17BAE2}"/>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4289497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61BE3-4961-3EAC-322A-B2A148869995}"/>
              </a:ext>
            </a:extLst>
          </p:cNvPr>
          <p:cNvSpPr>
            <a:spLocks noGrp="1"/>
          </p:cNvSpPr>
          <p:nvPr>
            <p:ph type="title"/>
          </p:nvPr>
        </p:nvSpPr>
        <p:spPr>
          <a:xfrm>
            <a:off x="839788" y="365125"/>
            <a:ext cx="10515600" cy="1325563"/>
          </a:xfrm>
        </p:spPr>
        <p:txBody>
          <a:bodyPr/>
          <a:lstStyle/>
          <a:p>
            <a:r>
              <a:rPr lang="en-GB"/>
              <a:t>Click to edit Master title style</a:t>
            </a:r>
            <a:endParaRPr lang="en-IE"/>
          </a:p>
        </p:txBody>
      </p:sp>
      <p:sp>
        <p:nvSpPr>
          <p:cNvPr id="3" name="Text Placeholder 2">
            <a:extLst>
              <a:ext uri="{FF2B5EF4-FFF2-40B4-BE49-F238E27FC236}">
                <a16:creationId xmlns:a16="http://schemas.microsoft.com/office/drawing/2014/main" id="{BC0B2843-7505-7369-B86B-5FBF7BE3B3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AE00E36-5486-C69C-AFB8-2126B748696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5" name="Text Placeholder 4">
            <a:extLst>
              <a:ext uri="{FF2B5EF4-FFF2-40B4-BE49-F238E27FC236}">
                <a16:creationId xmlns:a16="http://schemas.microsoft.com/office/drawing/2014/main" id="{ECAC5E9C-56F0-1959-C309-07084C616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B561DA4-FF5F-0EAC-8421-E8DBF606CC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7" name="Date Placeholder 6">
            <a:extLst>
              <a:ext uri="{FF2B5EF4-FFF2-40B4-BE49-F238E27FC236}">
                <a16:creationId xmlns:a16="http://schemas.microsoft.com/office/drawing/2014/main" id="{6920CBCF-BE82-AA1D-298D-32BD37BD9914}"/>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8" name="Footer Placeholder 7">
            <a:extLst>
              <a:ext uri="{FF2B5EF4-FFF2-40B4-BE49-F238E27FC236}">
                <a16:creationId xmlns:a16="http://schemas.microsoft.com/office/drawing/2014/main" id="{96964988-FF0B-AE53-6A06-0A68FEF4C01C}"/>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F425A57A-555A-A518-C4BE-DBAF45AB092E}"/>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110695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783F4-BDBB-27E5-9542-962540889E94}"/>
              </a:ext>
            </a:extLst>
          </p:cNvPr>
          <p:cNvSpPr>
            <a:spLocks noGrp="1"/>
          </p:cNvSpPr>
          <p:nvPr>
            <p:ph type="title"/>
          </p:nvPr>
        </p:nvSpPr>
        <p:spPr/>
        <p:txBody>
          <a:bodyPr/>
          <a:lstStyle/>
          <a:p>
            <a:r>
              <a:rPr lang="en-GB"/>
              <a:t>Click to edit Master title style</a:t>
            </a:r>
            <a:endParaRPr lang="en-IE"/>
          </a:p>
        </p:txBody>
      </p:sp>
      <p:sp>
        <p:nvSpPr>
          <p:cNvPr id="3" name="Date Placeholder 2">
            <a:extLst>
              <a:ext uri="{FF2B5EF4-FFF2-40B4-BE49-F238E27FC236}">
                <a16:creationId xmlns:a16="http://schemas.microsoft.com/office/drawing/2014/main" id="{67A7917F-9C5F-3C23-870B-BABCA9AA16C1}"/>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4" name="Footer Placeholder 3">
            <a:extLst>
              <a:ext uri="{FF2B5EF4-FFF2-40B4-BE49-F238E27FC236}">
                <a16:creationId xmlns:a16="http://schemas.microsoft.com/office/drawing/2014/main" id="{F8D9D6D5-AFD8-509A-3243-28BEDEA9817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E1E48FAA-F6D5-1219-DF49-95345AC91FD5}"/>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2716066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049F50-2532-199F-6617-ECA1A9FCFB96}"/>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3" name="Footer Placeholder 2">
            <a:extLst>
              <a:ext uri="{FF2B5EF4-FFF2-40B4-BE49-F238E27FC236}">
                <a16:creationId xmlns:a16="http://schemas.microsoft.com/office/drawing/2014/main" id="{3B309438-BAD9-E7D8-CC6F-F112C757F5EB}"/>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C7A6601-94B4-3F31-E8DD-8648E3F70868}"/>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376281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51965-2DCA-C754-B085-1AFF7BF39E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Content Placeholder 2">
            <a:extLst>
              <a:ext uri="{FF2B5EF4-FFF2-40B4-BE49-F238E27FC236}">
                <a16:creationId xmlns:a16="http://schemas.microsoft.com/office/drawing/2014/main" id="{D0D12D7E-CC38-2B13-38AE-BD3FB94DE3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Text Placeholder 3">
            <a:extLst>
              <a:ext uri="{FF2B5EF4-FFF2-40B4-BE49-F238E27FC236}">
                <a16:creationId xmlns:a16="http://schemas.microsoft.com/office/drawing/2014/main" id="{4B98442E-55CD-9AE8-67FF-1C938676EC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51F0E8D-9929-4D0A-860B-7601AF0FC71E}"/>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6" name="Footer Placeholder 5">
            <a:extLst>
              <a:ext uri="{FF2B5EF4-FFF2-40B4-BE49-F238E27FC236}">
                <a16:creationId xmlns:a16="http://schemas.microsoft.com/office/drawing/2014/main" id="{15F4A0E0-166F-11C8-6031-C001BEDECD0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D623CB5E-F08A-D740-E55B-EDFD0ADDF0FF}"/>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1215091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9684-8502-9D86-62BE-2F03E79940B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E"/>
          </a:p>
        </p:txBody>
      </p:sp>
      <p:sp>
        <p:nvSpPr>
          <p:cNvPr id="3" name="Picture Placeholder 2">
            <a:extLst>
              <a:ext uri="{FF2B5EF4-FFF2-40B4-BE49-F238E27FC236}">
                <a16:creationId xmlns:a16="http://schemas.microsoft.com/office/drawing/2014/main" id="{8DAE673B-489C-07DF-F33C-4943BC31A7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72C66E16-2401-7BE4-6CAC-DA404834E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EEC9B8-E808-D8F9-81B3-84F6FB534342}"/>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6" name="Footer Placeholder 5">
            <a:extLst>
              <a:ext uri="{FF2B5EF4-FFF2-40B4-BE49-F238E27FC236}">
                <a16:creationId xmlns:a16="http://schemas.microsoft.com/office/drawing/2014/main" id="{FA3C9601-B02E-3026-84FB-66FA7AE6170C}"/>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2590587B-FB80-692F-001D-9B141A587F5F}"/>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2573666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F605-E305-8B96-46DB-5B115B112F59}"/>
              </a:ext>
            </a:extLst>
          </p:cNvPr>
          <p:cNvSpPr>
            <a:spLocks noGrp="1"/>
          </p:cNvSpPr>
          <p:nvPr>
            <p:ph type="title"/>
          </p:nvPr>
        </p:nvSpPr>
        <p:spPr/>
        <p:txBody>
          <a:bodyPr/>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67F9092B-3236-0C9B-59CD-A7979843781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04DA5D3A-0F79-AA88-46C3-16EC0FAD6E71}"/>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3AA21440-8994-3FE1-07C4-F228BED74955}"/>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5B02527B-73F5-431E-ACAA-14B5B4C6C6D2}"/>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567838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ECEA6E-BDD4-BAF0-5FCC-3E619C332BF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E"/>
          </a:p>
        </p:txBody>
      </p:sp>
      <p:sp>
        <p:nvSpPr>
          <p:cNvPr id="3" name="Vertical Text Placeholder 2">
            <a:extLst>
              <a:ext uri="{FF2B5EF4-FFF2-40B4-BE49-F238E27FC236}">
                <a16:creationId xmlns:a16="http://schemas.microsoft.com/office/drawing/2014/main" id="{FF72B6F7-455F-F6BF-742A-B5AC703A348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A1ABB7B0-C7AD-E209-846A-112758C919CF}"/>
              </a:ext>
            </a:extLst>
          </p:cNvPr>
          <p:cNvSpPr>
            <a:spLocks noGrp="1"/>
          </p:cNvSpPr>
          <p:nvPr>
            <p:ph type="dt" sz="half" idx="10"/>
          </p:nvPr>
        </p:nvSpPr>
        <p:spPr/>
        <p:txBody>
          <a:body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00DD0C1C-810E-F7A9-A603-D8D8B55DEE0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DBAE6045-5AD1-168D-E24E-BD082E9623B8}"/>
              </a:ext>
            </a:extLst>
          </p:cNvPr>
          <p:cNvSpPr>
            <a:spLocks noGrp="1"/>
          </p:cNvSpPr>
          <p:nvPr>
            <p:ph type="sldNum" sz="quarter" idx="12"/>
          </p:nvPr>
        </p:nvSpPr>
        <p:spPr/>
        <p:txBody>
          <a:bodyPr/>
          <a:lstStyle/>
          <a:p>
            <a:fld id="{97BEDCBB-74A9-40A4-B091-14903FC6464D}" type="slidenum">
              <a:rPr lang="en-IE" smtClean="0"/>
              <a:t>‹#›</a:t>
            </a:fld>
            <a:endParaRPr lang="en-IE"/>
          </a:p>
        </p:txBody>
      </p:sp>
    </p:spTree>
    <p:extLst>
      <p:ext uri="{BB962C8B-B14F-4D97-AF65-F5344CB8AC3E}">
        <p14:creationId xmlns:p14="http://schemas.microsoft.com/office/powerpoint/2010/main" val="3624206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190F78-132F-9A09-97E8-0132D42DAC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E"/>
          </a:p>
        </p:txBody>
      </p:sp>
      <p:sp>
        <p:nvSpPr>
          <p:cNvPr id="3" name="Text Placeholder 2">
            <a:extLst>
              <a:ext uri="{FF2B5EF4-FFF2-40B4-BE49-F238E27FC236}">
                <a16:creationId xmlns:a16="http://schemas.microsoft.com/office/drawing/2014/main" id="{092FA0C2-56E6-3E2D-B6B0-481AE106AC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E"/>
          </a:p>
        </p:txBody>
      </p:sp>
      <p:sp>
        <p:nvSpPr>
          <p:cNvPr id="4" name="Date Placeholder 3">
            <a:extLst>
              <a:ext uri="{FF2B5EF4-FFF2-40B4-BE49-F238E27FC236}">
                <a16:creationId xmlns:a16="http://schemas.microsoft.com/office/drawing/2014/main" id="{E3121CB3-5FBD-D708-44C7-C8EF1DD14F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734751-5A58-4967-89C2-E397C06B9C1C}" type="datetimeFigureOut">
              <a:rPr lang="en-IE" smtClean="0"/>
              <a:t>18/10/2026</a:t>
            </a:fld>
            <a:endParaRPr lang="en-IE"/>
          </a:p>
        </p:txBody>
      </p:sp>
      <p:sp>
        <p:nvSpPr>
          <p:cNvPr id="5" name="Footer Placeholder 4">
            <a:extLst>
              <a:ext uri="{FF2B5EF4-FFF2-40B4-BE49-F238E27FC236}">
                <a16:creationId xmlns:a16="http://schemas.microsoft.com/office/drawing/2014/main" id="{CE61ECC0-CFE1-F7BE-2A1F-047EBD8E7F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C717987B-95A5-8DC8-83AC-3A286DD58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7BEDCBB-74A9-40A4-B091-14903FC6464D}" type="slidenum">
              <a:rPr lang="en-IE" smtClean="0"/>
              <a:t>‹#›</a:t>
            </a:fld>
            <a:endParaRPr lang="en-IE"/>
          </a:p>
        </p:txBody>
      </p:sp>
    </p:spTree>
    <p:extLst>
      <p:ext uri="{BB962C8B-B14F-4D97-AF65-F5344CB8AC3E}">
        <p14:creationId xmlns:p14="http://schemas.microsoft.com/office/powerpoint/2010/main" val="31717971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D770859-A921-8387-6419-9BC03BB22BC2}"/>
              </a:ext>
            </a:extLst>
          </p:cNvPr>
          <p:cNvSpPr txBox="1"/>
          <p:nvPr/>
        </p:nvSpPr>
        <p:spPr>
          <a:xfrm>
            <a:off x="-31621" y="60183"/>
            <a:ext cx="7897663" cy="553998"/>
          </a:xfrm>
          <a:prstGeom prst="rect">
            <a:avLst/>
          </a:prstGeom>
          <a:noFill/>
        </p:spPr>
        <p:txBody>
          <a:bodyPr wrap="square" rtlCol="0">
            <a:spAutoFit/>
          </a:bodyPr>
          <a:lstStyle/>
          <a:p>
            <a:r>
              <a:rPr lang="en-IE" sz="3000" b="1" cap="small" dirty="0">
                <a:solidFill>
                  <a:schemeClr val="tx2">
                    <a:lumMod val="90000"/>
                    <a:lumOff val="10000"/>
                  </a:schemeClr>
                </a:solidFill>
                <a:latin typeface="Arial"/>
                <a:ea typeface="Arial"/>
                <a:cs typeface="Arial"/>
              </a:rPr>
              <a:t>DUBLIN AIRPORT ACTIVITY ANALYSIS</a:t>
            </a:r>
            <a:endParaRPr lang="en-IE" sz="3000" dirty="0">
              <a:solidFill>
                <a:schemeClr val="tx2">
                  <a:lumMod val="90000"/>
                  <a:lumOff val="10000"/>
                </a:schemeClr>
              </a:solidFill>
            </a:endParaRPr>
          </a:p>
        </p:txBody>
      </p:sp>
      <p:sp>
        <p:nvSpPr>
          <p:cNvPr id="8" name="TextBox 7">
            <a:extLst>
              <a:ext uri="{FF2B5EF4-FFF2-40B4-BE49-F238E27FC236}">
                <a16:creationId xmlns:a16="http://schemas.microsoft.com/office/drawing/2014/main" id="{6AA331D7-B6C3-A26F-E268-4E02F09B6DDA}"/>
              </a:ext>
            </a:extLst>
          </p:cNvPr>
          <p:cNvSpPr txBox="1"/>
          <p:nvPr/>
        </p:nvSpPr>
        <p:spPr>
          <a:xfrm>
            <a:off x="-9587" y="465736"/>
            <a:ext cx="6335861" cy="400110"/>
          </a:xfrm>
          <a:prstGeom prst="rect">
            <a:avLst/>
          </a:prstGeom>
          <a:noFill/>
        </p:spPr>
        <p:txBody>
          <a:bodyPr wrap="square" rtlCol="0">
            <a:spAutoFit/>
          </a:bodyPr>
          <a:lstStyle/>
          <a:p>
            <a:r>
              <a:rPr lang="en-GB" sz="2000" cap="small" dirty="0">
                <a:solidFill>
                  <a:schemeClr val="tx2">
                    <a:lumMod val="90000"/>
                    <a:lumOff val="10000"/>
                  </a:schemeClr>
                </a:solidFill>
                <a:latin typeface="Arial"/>
                <a:ea typeface="Arial"/>
                <a:cs typeface="Arial"/>
              </a:rPr>
              <a:t>Monthly clustering and passenger forecasting</a:t>
            </a:r>
            <a:endParaRPr lang="en-IE" sz="2000" dirty="0">
              <a:solidFill>
                <a:schemeClr val="tx2">
                  <a:lumMod val="90000"/>
                  <a:lumOff val="10000"/>
                </a:schemeClr>
              </a:solidFill>
            </a:endParaRPr>
          </a:p>
        </p:txBody>
      </p:sp>
      <p:sp>
        <p:nvSpPr>
          <p:cNvPr id="10" name="TextBox 9">
            <a:extLst>
              <a:ext uri="{FF2B5EF4-FFF2-40B4-BE49-F238E27FC236}">
                <a16:creationId xmlns:a16="http://schemas.microsoft.com/office/drawing/2014/main" id="{19C9C85D-4D8C-3D4C-98AA-601A4CF0BBDC}"/>
              </a:ext>
            </a:extLst>
          </p:cNvPr>
          <p:cNvSpPr txBox="1"/>
          <p:nvPr/>
        </p:nvSpPr>
        <p:spPr>
          <a:xfrm>
            <a:off x="12448" y="769749"/>
            <a:ext cx="10417628" cy="276999"/>
          </a:xfrm>
          <a:prstGeom prst="rect">
            <a:avLst/>
          </a:prstGeom>
          <a:noFill/>
        </p:spPr>
        <p:txBody>
          <a:bodyPr wrap="square" rtlCol="0">
            <a:spAutoFit/>
          </a:bodyPr>
          <a:lstStyle/>
          <a:p>
            <a:r>
              <a:rPr lang="en-GB" sz="1200" cap="small" dirty="0">
                <a:solidFill>
                  <a:schemeClr val="tx2">
                    <a:lumMod val="90000"/>
                    <a:lumOff val="10000"/>
                  </a:schemeClr>
                </a:solidFill>
                <a:latin typeface="Arial"/>
                <a:ea typeface="Arial"/>
                <a:cs typeface="Arial"/>
              </a:rPr>
              <a:t>Ricardo Cota |  CCT College Dublin  |  Machine Learning for Business  |  CA1 Oct 2026</a:t>
            </a:r>
            <a:endParaRPr lang="en-IE" sz="1200" dirty="0">
              <a:solidFill>
                <a:schemeClr val="tx2">
                  <a:lumMod val="90000"/>
                  <a:lumOff val="10000"/>
                </a:schemeClr>
              </a:solidFill>
            </a:endParaRPr>
          </a:p>
        </p:txBody>
      </p:sp>
      <p:sp>
        <p:nvSpPr>
          <p:cNvPr id="13" name="TextBox 12">
            <a:extLst>
              <a:ext uri="{FF2B5EF4-FFF2-40B4-BE49-F238E27FC236}">
                <a16:creationId xmlns:a16="http://schemas.microsoft.com/office/drawing/2014/main" id="{5766212F-AC11-5563-66DE-2A89AC011BE9}"/>
              </a:ext>
            </a:extLst>
          </p:cNvPr>
          <p:cNvSpPr txBox="1"/>
          <p:nvPr/>
        </p:nvSpPr>
        <p:spPr>
          <a:xfrm>
            <a:off x="38768" y="1025626"/>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INTRODUCTION AND OBJECTIVES</a:t>
            </a:r>
            <a:endParaRPr lang="en-IE" dirty="0">
              <a:solidFill>
                <a:schemeClr val="tx2">
                  <a:lumMod val="90000"/>
                  <a:lumOff val="10000"/>
                </a:schemeClr>
              </a:solidFill>
            </a:endParaRPr>
          </a:p>
        </p:txBody>
      </p:sp>
      <p:sp>
        <p:nvSpPr>
          <p:cNvPr id="15" name="TextBox 14">
            <a:extLst>
              <a:ext uri="{FF2B5EF4-FFF2-40B4-BE49-F238E27FC236}">
                <a16:creationId xmlns:a16="http://schemas.microsoft.com/office/drawing/2014/main" id="{E310EF92-67D8-39D5-49A8-FD1DD957C058}"/>
              </a:ext>
            </a:extLst>
          </p:cNvPr>
          <p:cNvSpPr txBox="1"/>
          <p:nvPr/>
        </p:nvSpPr>
        <p:spPr>
          <a:xfrm>
            <a:off x="38767" y="2383738"/>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RESEARCH QUESTIONS </a:t>
            </a:r>
            <a:endParaRPr lang="en-IE" dirty="0">
              <a:solidFill>
                <a:schemeClr val="tx2">
                  <a:lumMod val="90000"/>
                  <a:lumOff val="10000"/>
                </a:schemeClr>
              </a:solidFill>
            </a:endParaRPr>
          </a:p>
        </p:txBody>
      </p:sp>
      <p:sp>
        <p:nvSpPr>
          <p:cNvPr id="17" name="TextBox 16">
            <a:extLst>
              <a:ext uri="{FF2B5EF4-FFF2-40B4-BE49-F238E27FC236}">
                <a16:creationId xmlns:a16="http://schemas.microsoft.com/office/drawing/2014/main" id="{DD9D1CDF-6C0A-CDA5-2116-E5095952D749}"/>
              </a:ext>
            </a:extLst>
          </p:cNvPr>
          <p:cNvSpPr txBox="1"/>
          <p:nvPr/>
        </p:nvSpPr>
        <p:spPr>
          <a:xfrm>
            <a:off x="0" y="1275015"/>
            <a:ext cx="2688771" cy="1061829"/>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Dublin Airport supports Ireland’s trade, investment and tourism. Its operator links facilities and capacity planning to passenger demand (Dublin Airport, n.d.). This project examines monthly activity and evaluates passenger forecasts as potential support for airport planning.</a:t>
            </a:r>
            <a:endParaRPr lang="en-IE" sz="900" dirty="0">
              <a:solidFill>
                <a:schemeClr val="tx2">
                  <a:lumMod val="90000"/>
                  <a:lumOff val="10000"/>
                </a:schemeClr>
              </a:solidFill>
            </a:endParaRPr>
          </a:p>
        </p:txBody>
      </p:sp>
      <p:sp>
        <p:nvSpPr>
          <p:cNvPr id="25" name="TextBox 24">
            <a:extLst>
              <a:ext uri="{FF2B5EF4-FFF2-40B4-BE49-F238E27FC236}">
                <a16:creationId xmlns:a16="http://schemas.microsoft.com/office/drawing/2014/main" id="{CBFE8CCB-631E-52A1-FA2B-9DF043B6E614}"/>
              </a:ext>
            </a:extLst>
          </p:cNvPr>
          <p:cNvSpPr txBox="1"/>
          <p:nvPr/>
        </p:nvSpPr>
        <p:spPr>
          <a:xfrm>
            <a:off x="38767" y="2614872"/>
            <a:ext cx="2688771" cy="923330"/>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1. What groups of months have similar activity levels, and how do K-Means and agglomerative clustering compare?</a:t>
            </a:r>
          </a:p>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2. How accurately does SARIMA forecast passengers compared with a seasonal naïve benchmark?</a:t>
            </a:r>
            <a:endParaRPr lang="en-IE" sz="900" dirty="0">
              <a:solidFill>
                <a:schemeClr val="tx2">
                  <a:lumMod val="90000"/>
                  <a:lumOff val="10000"/>
                </a:schemeClr>
              </a:solidFill>
            </a:endParaRPr>
          </a:p>
        </p:txBody>
      </p:sp>
      <p:sp>
        <p:nvSpPr>
          <p:cNvPr id="27" name="TextBox 26">
            <a:extLst>
              <a:ext uri="{FF2B5EF4-FFF2-40B4-BE49-F238E27FC236}">
                <a16:creationId xmlns:a16="http://schemas.microsoft.com/office/drawing/2014/main" id="{7665DA49-1C62-4874-C8AF-43CA46D17A2C}"/>
              </a:ext>
            </a:extLst>
          </p:cNvPr>
          <p:cNvSpPr txBox="1"/>
          <p:nvPr/>
        </p:nvSpPr>
        <p:spPr>
          <a:xfrm>
            <a:off x="38767" y="3527569"/>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DATA PREPARATION</a:t>
            </a:r>
          </a:p>
        </p:txBody>
      </p:sp>
      <p:sp>
        <p:nvSpPr>
          <p:cNvPr id="33" name="TextBox 32">
            <a:extLst>
              <a:ext uri="{FF2B5EF4-FFF2-40B4-BE49-F238E27FC236}">
                <a16:creationId xmlns:a16="http://schemas.microsoft.com/office/drawing/2014/main" id="{6AD1C9B8-71F4-B240-9F00-2C7F62E78283}"/>
              </a:ext>
            </a:extLst>
          </p:cNvPr>
          <p:cNvSpPr txBox="1"/>
          <p:nvPr/>
        </p:nvSpPr>
        <p:spPr>
          <a:xfrm>
            <a:off x="-65153" y="6630739"/>
            <a:ext cx="2819076" cy="184666"/>
          </a:xfrm>
          <a:prstGeom prst="rect">
            <a:avLst/>
          </a:prstGeom>
          <a:noFill/>
        </p:spPr>
        <p:txBody>
          <a:bodyPr wrap="square" rtlCol="0">
            <a:spAutoFit/>
          </a:bodyPr>
          <a:lstStyle/>
          <a:p>
            <a:pPr algn="ctr">
              <a:defRPr sz="2850" b="0">
                <a:solidFill>
                  <a:srgbClr val="222B36"/>
                </a:solidFill>
                <a:latin typeface="Arial"/>
                <a:ea typeface="Arial"/>
                <a:cs typeface="Arial"/>
              </a:defRPr>
            </a:pPr>
            <a:r>
              <a:rPr lang="en-GB" sz="600" dirty="0">
                <a:solidFill>
                  <a:schemeClr val="tx2">
                    <a:lumMod val="90000"/>
                    <a:lumOff val="10000"/>
                  </a:schemeClr>
                </a:solidFill>
                <a:ea typeface="Arial"/>
                <a:cs typeface="Arial"/>
              </a:rPr>
              <a:t>Monthly passenger totals: sharp decline, recovery and recurring fluctuations.</a:t>
            </a:r>
            <a:endParaRPr lang="en-IE" sz="600" dirty="0">
              <a:solidFill>
                <a:schemeClr val="tx2">
                  <a:lumMod val="90000"/>
                  <a:lumOff val="10000"/>
                </a:schemeClr>
              </a:solidFill>
            </a:endParaRPr>
          </a:p>
        </p:txBody>
      </p:sp>
      <p:sp>
        <p:nvSpPr>
          <p:cNvPr id="41" name="TextBox 40">
            <a:extLst>
              <a:ext uri="{FF2B5EF4-FFF2-40B4-BE49-F238E27FC236}">
                <a16:creationId xmlns:a16="http://schemas.microsoft.com/office/drawing/2014/main" id="{57E11424-AA2A-6AD4-29A2-3937C15A3665}"/>
              </a:ext>
            </a:extLst>
          </p:cNvPr>
          <p:cNvSpPr txBox="1"/>
          <p:nvPr/>
        </p:nvSpPr>
        <p:spPr>
          <a:xfrm>
            <a:off x="3088819" y="4664628"/>
            <a:ext cx="2688771" cy="923330"/>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latin typeface="Arial"/>
                <a:ea typeface="Arial"/>
                <a:cs typeface="Arial"/>
              </a:rPr>
              <a:t>Both methods identify lower- and higher-activity months. Agglomerative clustering performs slightly better on both metrics for the two-cluster solutions. The groups describe activity levels and should not automatically be interpreted as recurring seasonal categories.</a:t>
            </a:r>
            <a:endParaRPr lang="en-IE" sz="900" dirty="0">
              <a:solidFill>
                <a:schemeClr val="tx2">
                  <a:lumMod val="90000"/>
                  <a:lumOff val="10000"/>
                </a:schemeClr>
              </a:solidFill>
            </a:endParaRPr>
          </a:p>
        </p:txBody>
      </p:sp>
      <p:sp>
        <p:nvSpPr>
          <p:cNvPr id="43" name="TextBox 42">
            <a:extLst>
              <a:ext uri="{FF2B5EF4-FFF2-40B4-BE49-F238E27FC236}">
                <a16:creationId xmlns:a16="http://schemas.microsoft.com/office/drawing/2014/main" id="{3B6E1BFD-7470-319B-D178-7F311001ECD3}"/>
              </a:ext>
            </a:extLst>
          </p:cNvPr>
          <p:cNvSpPr txBox="1"/>
          <p:nvPr/>
        </p:nvSpPr>
        <p:spPr>
          <a:xfrm>
            <a:off x="6279906" y="4318381"/>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FORECASTING FINDINGS</a:t>
            </a:r>
          </a:p>
        </p:txBody>
      </p:sp>
      <p:sp>
        <p:nvSpPr>
          <p:cNvPr id="45" name="TextBox 44">
            <a:extLst>
              <a:ext uri="{FF2B5EF4-FFF2-40B4-BE49-F238E27FC236}">
                <a16:creationId xmlns:a16="http://schemas.microsoft.com/office/drawing/2014/main" id="{332A41EB-AD9D-CBD5-D84B-B78E92C5A1CD}"/>
              </a:ext>
            </a:extLst>
          </p:cNvPr>
          <p:cNvSpPr txBox="1"/>
          <p:nvPr/>
        </p:nvSpPr>
        <p:spPr>
          <a:xfrm>
            <a:off x="6414412" y="4055798"/>
            <a:ext cx="2442509" cy="276999"/>
          </a:xfrm>
          <a:prstGeom prst="rect">
            <a:avLst/>
          </a:prstGeom>
          <a:noFill/>
        </p:spPr>
        <p:txBody>
          <a:bodyPr wrap="square" rtlCol="0">
            <a:spAutoFit/>
          </a:bodyPr>
          <a:lstStyle/>
          <a:p>
            <a:pPr>
              <a:defRPr sz="2625" b="0">
                <a:solidFill>
                  <a:srgbClr val="222B36"/>
                </a:solidFill>
                <a:latin typeface="Arial"/>
                <a:ea typeface="Arial"/>
                <a:cs typeface="Arial"/>
              </a:defRPr>
            </a:pPr>
            <a:r>
              <a:rPr lang="en-GB" sz="600" dirty="0">
                <a:solidFill>
                  <a:schemeClr val="tx2">
                    <a:lumMod val="90000"/>
                    <a:lumOff val="10000"/>
                  </a:schemeClr>
                </a:solidFill>
                <a:latin typeface="Arial"/>
                <a:ea typeface="Arial"/>
                <a:cs typeface="Arial"/>
              </a:rPr>
              <a:t>Lower/higher activity months:, K-Means: 28 / 50, Agglomerative: 24 / 54</a:t>
            </a:r>
            <a:endParaRPr lang="en-IE" sz="600" dirty="0">
              <a:solidFill>
                <a:schemeClr val="tx2">
                  <a:lumMod val="90000"/>
                  <a:lumOff val="10000"/>
                </a:schemeClr>
              </a:solidFill>
            </a:endParaRPr>
          </a:p>
        </p:txBody>
      </p:sp>
      <p:pic>
        <p:nvPicPr>
          <p:cNvPr id="59" name="Picture 58">
            <a:extLst>
              <a:ext uri="{FF2B5EF4-FFF2-40B4-BE49-F238E27FC236}">
                <a16:creationId xmlns:a16="http://schemas.microsoft.com/office/drawing/2014/main" id="{50E3AFFE-7109-C378-3564-281B1D59E403}"/>
              </a:ext>
            </a:extLst>
          </p:cNvPr>
          <p:cNvPicPr>
            <a:picLocks noChangeAspect="1"/>
          </p:cNvPicPr>
          <p:nvPr/>
        </p:nvPicPr>
        <p:blipFill>
          <a:blip r:embed="rId3"/>
          <a:stretch/>
        </p:blipFill>
        <p:spPr>
          <a:xfrm>
            <a:off x="32808" y="5079246"/>
            <a:ext cx="2560874" cy="1595949"/>
          </a:xfrm>
          <a:prstGeom prst="rect">
            <a:avLst/>
          </a:prstGeom>
        </p:spPr>
      </p:pic>
      <p:sp>
        <p:nvSpPr>
          <p:cNvPr id="61" name="TextBox 60">
            <a:extLst>
              <a:ext uri="{FF2B5EF4-FFF2-40B4-BE49-F238E27FC236}">
                <a16:creationId xmlns:a16="http://schemas.microsoft.com/office/drawing/2014/main" id="{D335D26B-5909-E86D-5E9E-A26ED6941A42}"/>
              </a:ext>
            </a:extLst>
          </p:cNvPr>
          <p:cNvSpPr txBox="1"/>
          <p:nvPr/>
        </p:nvSpPr>
        <p:spPr>
          <a:xfrm>
            <a:off x="3157397" y="1025625"/>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METHODS</a:t>
            </a:r>
          </a:p>
        </p:txBody>
      </p:sp>
      <p:sp>
        <p:nvSpPr>
          <p:cNvPr id="63" name="TextBox 62">
            <a:extLst>
              <a:ext uri="{FF2B5EF4-FFF2-40B4-BE49-F238E27FC236}">
                <a16:creationId xmlns:a16="http://schemas.microsoft.com/office/drawing/2014/main" id="{13E8B118-29F7-2116-BA8A-A9C7DC1A089A}"/>
              </a:ext>
            </a:extLst>
          </p:cNvPr>
          <p:cNvSpPr txBox="1"/>
          <p:nvPr/>
        </p:nvSpPr>
        <p:spPr>
          <a:xfrm>
            <a:off x="3088820" y="1273971"/>
            <a:ext cx="2688771" cy="923330"/>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K-Means and average-linkage agglomerative clustering use standardised passenger, freight and flight totals. Solutions with two to eight clusters are compared using Silhouette and Davies–Bouldin scores (scikit-learn developers, n.d.).</a:t>
            </a:r>
          </a:p>
        </p:txBody>
      </p:sp>
      <p:sp>
        <p:nvSpPr>
          <p:cNvPr id="65" name="TextBox 64">
            <a:extLst>
              <a:ext uri="{FF2B5EF4-FFF2-40B4-BE49-F238E27FC236}">
                <a16:creationId xmlns:a16="http://schemas.microsoft.com/office/drawing/2014/main" id="{4D5A72E7-9C13-495D-1998-5BFCC5462EFB}"/>
              </a:ext>
            </a:extLst>
          </p:cNvPr>
          <p:cNvSpPr txBox="1"/>
          <p:nvPr/>
        </p:nvSpPr>
        <p:spPr>
          <a:xfrm>
            <a:off x="3083249" y="3478333"/>
            <a:ext cx="2459810"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MODEL CHECKS AND LIMITATIONS</a:t>
            </a:r>
          </a:p>
        </p:txBody>
      </p:sp>
      <p:sp>
        <p:nvSpPr>
          <p:cNvPr id="67" name="TextBox 66">
            <a:extLst>
              <a:ext uri="{FF2B5EF4-FFF2-40B4-BE49-F238E27FC236}">
                <a16:creationId xmlns:a16="http://schemas.microsoft.com/office/drawing/2014/main" id="{80709867-4C1C-FF93-59D3-10D8DF4CAE0F}"/>
              </a:ext>
            </a:extLst>
          </p:cNvPr>
          <p:cNvSpPr txBox="1"/>
          <p:nvPr/>
        </p:nvSpPr>
        <p:spPr>
          <a:xfrm>
            <a:off x="38767" y="3750868"/>
            <a:ext cx="2688771" cy="1492716"/>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CSO table TAM07 provides passengers, freight and commercial flights (Central Statistics Office, 2026). The downloaded file contains 745,524 rows and eight columns.</a:t>
            </a:r>
          </a:p>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Dublin records were filtered and reorganised into 78 monthly observations, January 2020–June 2026. Checks found no missing months or null measures. Aggregated categories were filtered to avoid double counting</a:t>
            </a:r>
            <a:r>
              <a:rPr lang="en-GB" sz="1000" dirty="0">
                <a:solidFill>
                  <a:schemeClr val="tx2">
                    <a:lumMod val="90000"/>
                    <a:lumOff val="10000"/>
                  </a:schemeClr>
                </a:solidFill>
                <a:ea typeface="Arial"/>
                <a:cs typeface="Arial"/>
              </a:rPr>
              <a:t>.</a:t>
            </a:r>
          </a:p>
          <a:p>
            <a:pPr algn="just">
              <a:defRPr sz="2850" b="0">
                <a:solidFill>
                  <a:srgbClr val="222B36"/>
                </a:solidFill>
                <a:latin typeface="Arial"/>
                <a:ea typeface="Arial"/>
                <a:cs typeface="Arial"/>
              </a:defRPr>
            </a:pPr>
            <a:endParaRPr lang="en-GB" sz="900" dirty="0">
              <a:solidFill>
                <a:schemeClr val="tx2">
                  <a:lumMod val="90000"/>
                  <a:lumOff val="10000"/>
                </a:schemeClr>
              </a:solidFill>
              <a:ea typeface="Arial"/>
              <a:cs typeface="Arial"/>
            </a:endParaRPr>
          </a:p>
        </p:txBody>
      </p:sp>
      <p:sp>
        <p:nvSpPr>
          <p:cNvPr id="69" name="TextBox 68">
            <a:extLst>
              <a:ext uri="{FF2B5EF4-FFF2-40B4-BE49-F238E27FC236}">
                <a16:creationId xmlns:a16="http://schemas.microsoft.com/office/drawing/2014/main" id="{1DA84381-811D-4F8B-4A1A-E1BA50894405}"/>
              </a:ext>
            </a:extLst>
          </p:cNvPr>
          <p:cNvSpPr txBox="1"/>
          <p:nvPr/>
        </p:nvSpPr>
        <p:spPr>
          <a:xfrm>
            <a:off x="3143011" y="2174278"/>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TIME SERIES MODELLING</a:t>
            </a:r>
          </a:p>
        </p:txBody>
      </p:sp>
      <p:sp>
        <p:nvSpPr>
          <p:cNvPr id="71" name="TextBox 70">
            <a:extLst>
              <a:ext uri="{FF2B5EF4-FFF2-40B4-BE49-F238E27FC236}">
                <a16:creationId xmlns:a16="http://schemas.microsoft.com/office/drawing/2014/main" id="{A0129E9F-3515-D2EC-CF38-AB0335AE252E}"/>
              </a:ext>
            </a:extLst>
          </p:cNvPr>
          <p:cNvSpPr txBox="1"/>
          <p:nvPr/>
        </p:nvSpPr>
        <p:spPr>
          <a:xfrm>
            <a:off x="3088820" y="2402089"/>
            <a:ext cx="2688771" cy="1061829"/>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SARIMA uses a 12-month seasonal period (</a:t>
            </a:r>
            <a:r>
              <a:rPr lang="en-GB" sz="900" dirty="0" err="1">
                <a:solidFill>
                  <a:schemeClr val="tx2">
                    <a:lumMod val="90000"/>
                    <a:lumOff val="10000"/>
                  </a:schemeClr>
                </a:solidFill>
                <a:ea typeface="Arial"/>
                <a:cs typeface="Arial"/>
              </a:rPr>
              <a:t>statsmodels</a:t>
            </a:r>
            <a:r>
              <a:rPr lang="en-GB" sz="900" dirty="0">
                <a:solidFill>
                  <a:schemeClr val="tx2">
                    <a:lumMod val="90000"/>
                    <a:lumOff val="10000"/>
                  </a:schemeClr>
                </a:solidFill>
                <a:ea typeface="Arial"/>
                <a:cs typeface="Arial"/>
              </a:rPr>
              <a:t> developers, n.d.). ADF tests, ACF/PACF and training AIC guide model selection. The first 66 months are used for training and the final 12 for testing. SARIMA (0,1,1)(0,1,0,12) achieved the lowest training AIC among the three candidates.</a:t>
            </a:r>
            <a:endParaRPr lang="en-GB" sz="900" dirty="0">
              <a:solidFill>
                <a:schemeClr val="tx2">
                  <a:lumMod val="90000"/>
                  <a:lumOff val="10000"/>
                </a:schemeClr>
              </a:solidFill>
              <a:latin typeface="Arial"/>
              <a:ea typeface="Arial"/>
              <a:cs typeface="Arial"/>
            </a:endParaRPr>
          </a:p>
        </p:txBody>
      </p:sp>
      <p:sp>
        <p:nvSpPr>
          <p:cNvPr id="73" name="TextBox 72">
            <a:extLst>
              <a:ext uri="{FF2B5EF4-FFF2-40B4-BE49-F238E27FC236}">
                <a16:creationId xmlns:a16="http://schemas.microsoft.com/office/drawing/2014/main" id="{90775618-C6E2-58E7-E12A-B9955DA84188}"/>
              </a:ext>
            </a:extLst>
          </p:cNvPr>
          <p:cNvSpPr txBox="1"/>
          <p:nvPr/>
        </p:nvSpPr>
        <p:spPr>
          <a:xfrm>
            <a:off x="3083249" y="4427075"/>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CLUSTERING FINDINGS</a:t>
            </a:r>
          </a:p>
        </p:txBody>
      </p:sp>
      <p:pic>
        <p:nvPicPr>
          <p:cNvPr id="78" name="Picture 77">
            <a:extLst>
              <a:ext uri="{FF2B5EF4-FFF2-40B4-BE49-F238E27FC236}">
                <a16:creationId xmlns:a16="http://schemas.microsoft.com/office/drawing/2014/main" id="{8631A17B-E0A8-EBF0-5D09-236FE5948288}"/>
              </a:ext>
            </a:extLst>
          </p:cNvPr>
          <p:cNvPicPr>
            <a:picLocks noChangeAspect="1"/>
          </p:cNvPicPr>
          <p:nvPr/>
        </p:nvPicPr>
        <p:blipFill>
          <a:blip r:embed="rId4"/>
          <a:stretch/>
        </p:blipFill>
        <p:spPr>
          <a:xfrm>
            <a:off x="6551007" y="1064809"/>
            <a:ext cx="1878761" cy="1521061"/>
          </a:xfrm>
          <a:prstGeom prst="rect">
            <a:avLst/>
          </a:prstGeom>
        </p:spPr>
      </p:pic>
      <p:pic>
        <p:nvPicPr>
          <p:cNvPr id="80" name="Picture 79">
            <a:extLst>
              <a:ext uri="{FF2B5EF4-FFF2-40B4-BE49-F238E27FC236}">
                <a16:creationId xmlns:a16="http://schemas.microsoft.com/office/drawing/2014/main" id="{DFDA686A-D0A3-6520-2AE4-3A6AC98168AD}"/>
              </a:ext>
            </a:extLst>
          </p:cNvPr>
          <p:cNvPicPr>
            <a:picLocks noChangeAspect="1"/>
          </p:cNvPicPr>
          <p:nvPr/>
        </p:nvPicPr>
        <p:blipFill>
          <a:blip r:embed="rId5"/>
          <a:stretch/>
        </p:blipFill>
        <p:spPr>
          <a:xfrm>
            <a:off x="6551007" y="2574469"/>
            <a:ext cx="1878761" cy="1521061"/>
          </a:xfrm>
          <a:prstGeom prst="rect">
            <a:avLst/>
          </a:prstGeom>
        </p:spPr>
      </p:pic>
      <p:pic>
        <p:nvPicPr>
          <p:cNvPr id="82" name="Picture 81">
            <a:extLst>
              <a:ext uri="{FF2B5EF4-FFF2-40B4-BE49-F238E27FC236}">
                <a16:creationId xmlns:a16="http://schemas.microsoft.com/office/drawing/2014/main" id="{6739C6CA-C9DC-513D-C80A-FF1F77498645}"/>
              </a:ext>
            </a:extLst>
          </p:cNvPr>
          <p:cNvPicPr>
            <a:picLocks noChangeAspect="1"/>
          </p:cNvPicPr>
          <p:nvPr/>
        </p:nvPicPr>
        <p:blipFill>
          <a:blip r:embed="rId6"/>
          <a:stretch/>
        </p:blipFill>
        <p:spPr>
          <a:xfrm>
            <a:off x="6551007" y="4550611"/>
            <a:ext cx="1936634" cy="1444790"/>
          </a:xfrm>
          <a:prstGeom prst="rect">
            <a:avLst/>
          </a:prstGeom>
        </p:spPr>
      </p:pic>
      <p:sp>
        <p:nvSpPr>
          <p:cNvPr id="84" name="TextBox 83">
            <a:extLst>
              <a:ext uri="{FF2B5EF4-FFF2-40B4-BE49-F238E27FC236}">
                <a16:creationId xmlns:a16="http://schemas.microsoft.com/office/drawing/2014/main" id="{202FC86E-2070-6048-C4AA-3F4D1C1AC6A6}"/>
              </a:ext>
            </a:extLst>
          </p:cNvPr>
          <p:cNvSpPr txBox="1"/>
          <p:nvPr/>
        </p:nvSpPr>
        <p:spPr>
          <a:xfrm>
            <a:off x="3088819" y="3753497"/>
            <a:ext cx="2688771" cy="646331"/>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ea typeface="Arial"/>
                <a:cs typeface="Arial"/>
              </a:rPr>
              <a:t>Residuals show no clear autocorrelation at lags 1–12, but an outlier and changing variability warrant caution. Correlated features and a single test period limit generalisation.</a:t>
            </a:r>
          </a:p>
        </p:txBody>
      </p:sp>
      <p:sp>
        <p:nvSpPr>
          <p:cNvPr id="89" name="TextBox 88">
            <a:extLst>
              <a:ext uri="{FF2B5EF4-FFF2-40B4-BE49-F238E27FC236}">
                <a16:creationId xmlns:a16="http://schemas.microsoft.com/office/drawing/2014/main" id="{8EBBF843-8646-1C99-0137-3EAC537E11EF}"/>
              </a:ext>
            </a:extLst>
          </p:cNvPr>
          <p:cNvSpPr txBox="1"/>
          <p:nvPr/>
        </p:nvSpPr>
        <p:spPr>
          <a:xfrm>
            <a:off x="9328739" y="1054171"/>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CONCLUSIONS</a:t>
            </a:r>
          </a:p>
        </p:txBody>
      </p:sp>
      <p:sp>
        <p:nvSpPr>
          <p:cNvPr id="91" name="TextBox 90">
            <a:extLst>
              <a:ext uri="{FF2B5EF4-FFF2-40B4-BE49-F238E27FC236}">
                <a16:creationId xmlns:a16="http://schemas.microsoft.com/office/drawing/2014/main" id="{46B7288D-AC0E-DBE4-FFCD-262D0DB0F7A2}"/>
              </a:ext>
            </a:extLst>
          </p:cNvPr>
          <p:cNvSpPr txBox="1"/>
          <p:nvPr/>
        </p:nvSpPr>
        <p:spPr>
          <a:xfrm>
            <a:off x="9328738" y="1334424"/>
            <a:ext cx="2688771" cy="1200329"/>
          </a:xfrm>
          <a:prstGeom prst="rect">
            <a:avLst/>
          </a:prstGeom>
          <a:noFill/>
        </p:spPr>
        <p:txBody>
          <a:bodyPr wrap="square" rtlCol="0">
            <a:spAutoFit/>
          </a:bodyPr>
          <a:lstStyle/>
          <a:p>
            <a:pPr algn="just">
              <a:defRPr sz="2850" b="0">
                <a:solidFill>
                  <a:srgbClr val="222B36"/>
                </a:solidFill>
                <a:latin typeface="Arial"/>
                <a:ea typeface="Arial"/>
                <a:cs typeface="Arial"/>
              </a:defRPr>
            </a:pPr>
            <a:r>
              <a:rPr lang="en-GB" sz="900" dirty="0">
                <a:solidFill>
                  <a:schemeClr val="tx2">
                    <a:lumMod val="90000"/>
                    <a:lumOff val="10000"/>
                  </a:schemeClr>
                </a:solidFill>
                <a:latin typeface="Arial"/>
                <a:ea typeface="Arial"/>
                <a:cs typeface="Arial"/>
              </a:rPr>
              <a:t>Clustering and forecasting provide complementary views of airport activity. Agglomerative clustering offers a modest advantage, while SARIMA outperforms the seasonal naïve benchmark during testing. Findings may inform planning, but do not directly estimate staffing or capacity needs. Future forecasting accuracy remains uncertain.</a:t>
            </a:r>
          </a:p>
        </p:txBody>
      </p:sp>
      <p:sp>
        <p:nvSpPr>
          <p:cNvPr id="93" name="TextBox 92">
            <a:extLst>
              <a:ext uri="{FF2B5EF4-FFF2-40B4-BE49-F238E27FC236}">
                <a16:creationId xmlns:a16="http://schemas.microsoft.com/office/drawing/2014/main" id="{40BC5250-9D41-6EF9-FCB7-355FD4272CCF}"/>
              </a:ext>
            </a:extLst>
          </p:cNvPr>
          <p:cNvSpPr txBox="1"/>
          <p:nvPr/>
        </p:nvSpPr>
        <p:spPr>
          <a:xfrm>
            <a:off x="9328739" y="2534753"/>
            <a:ext cx="2340433" cy="246221"/>
          </a:xfrm>
          <a:prstGeom prst="rect">
            <a:avLst/>
          </a:prstGeom>
          <a:noFill/>
        </p:spPr>
        <p:txBody>
          <a:bodyPr wrap="square" rtlCol="0">
            <a:spAutoFit/>
          </a:bodyPr>
          <a:lstStyle/>
          <a:p>
            <a:pPr>
              <a:defRPr sz="3525" b="1">
                <a:solidFill>
                  <a:srgbClr val="222B36"/>
                </a:solidFill>
                <a:latin typeface="Arial"/>
                <a:ea typeface="Arial"/>
                <a:cs typeface="Arial"/>
              </a:defRPr>
            </a:pPr>
            <a:r>
              <a:rPr lang="en-IE" sz="1000" b="1" dirty="0">
                <a:solidFill>
                  <a:schemeClr val="tx2">
                    <a:lumMod val="90000"/>
                    <a:lumOff val="10000"/>
                  </a:schemeClr>
                </a:solidFill>
                <a:latin typeface="Arial"/>
                <a:ea typeface="Arial"/>
                <a:cs typeface="Arial"/>
              </a:rPr>
              <a:t>REFERENCES</a:t>
            </a:r>
          </a:p>
        </p:txBody>
      </p:sp>
      <p:sp>
        <p:nvSpPr>
          <p:cNvPr id="95" name="TextBox 94">
            <a:extLst>
              <a:ext uri="{FF2B5EF4-FFF2-40B4-BE49-F238E27FC236}">
                <a16:creationId xmlns:a16="http://schemas.microsoft.com/office/drawing/2014/main" id="{549BEC16-D10B-92DA-D1BC-17E46AE49DE9}"/>
              </a:ext>
            </a:extLst>
          </p:cNvPr>
          <p:cNvSpPr txBox="1"/>
          <p:nvPr/>
        </p:nvSpPr>
        <p:spPr>
          <a:xfrm>
            <a:off x="9328738" y="2780974"/>
            <a:ext cx="2688771" cy="2308324"/>
          </a:xfrm>
          <a:prstGeom prst="rect">
            <a:avLst/>
          </a:prstGeom>
          <a:noFill/>
        </p:spPr>
        <p:txBody>
          <a:bodyPr wrap="square" rtlCol="0">
            <a:spAutoFit/>
          </a:bodyPr>
          <a:lstStyle/>
          <a:p>
            <a:pPr algn="just">
              <a:defRPr sz="1800" b="0">
                <a:solidFill>
                  <a:srgbClr val="222B36"/>
                </a:solidFill>
                <a:latin typeface="Arial"/>
                <a:ea typeface="Arial"/>
                <a:cs typeface="Arial"/>
              </a:defRPr>
            </a:pPr>
            <a:r>
              <a:rPr lang="en-IE" sz="900" dirty="0">
                <a:solidFill>
                  <a:schemeClr val="tx2">
                    <a:lumMod val="90000"/>
                    <a:lumOff val="10000"/>
                  </a:schemeClr>
                </a:solidFill>
                <a:latin typeface="Arial"/>
                <a:ea typeface="Arial"/>
                <a:cs typeface="Arial"/>
              </a:rPr>
              <a:t>Central Statistics Office (2026) TAM07 – Passengers, Freight and Commercial Flights. data.gov.ie/dataset/tam07-passengers-freight-and-commercial-flights (Accessed: 11 October 2026).</a:t>
            </a:r>
          </a:p>
          <a:p>
            <a:pPr algn="just">
              <a:defRPr sz="1800" b="0">
                <a:solidFill>
                  <a:srgbClr val="222B36"/>
                </a:solidFill>
                <a:latin typeface="Arial"/>
                <a:ea typeface="Arial"/>
                <a:cs typeface="Arial"/>
              </a:defRPr>
            </a:pPr>
            <a:r>
              <a:rPr lang="en-IE" sz="900" dirty="0">
                <a:solidFill>
                  <a:schemeClr val="tx2">
                    <a:lumMod val="90000"/>
                    <a:lumOff val="10000"/>
                  </a:schemeClr>
                </a:solidFill>
                <a:latin typeface="Arial"/>
                <a:ea typeface="Arial"/>
                <a:cs typeface="Arial"/>
              </a:rPr>
              <a:t>Dublin Airport (n.d.) About the Infrastructure Application (IA). dublinairport.com/corporate/airport-development/infrastructure-application/about</a:t>
            </a:r>
          </a:p>
          <a:p>
            <a:pPr algn="just">
              <a:defRPr sz="1800" b="0">
                <a:solidFill>
                  <a:srgbClr val="222B36"/>
                </a:solidFill>
                <a:latin typeface="Arial"/>
                <a:ea typeface="Arial"/>
                <a:cs typeface="Arial"/>
              </a:defRPr>
            </a:pPr>
            <a:r>
              <a:rPr lang="en-IE" sz="900" dirty="0">
                <a:solidFill>
                  <a:schemeClr val="tx2">
                    <a:lumMod val="90000"/>
                    <a:lumOff val="10000"/>
                  </a:schemeClr>
                </a:solidFill>
                <a:latin typeface="Arial"/>
                <a:ea typeface="Arial"/>
                <a:cs typeface="Arial"/>
              </a:rPr>
              <a:t>scikit-learn developers (n.d.) Clustering. scikit-learn.org/stable/modules/clustering.html</a:t>
            </a:r>
          </a:p>
          <a:p>
            <a:pPr algn="just">
              <a:defRPr sz="1800" b="0">
                <a:solidFill>
                  <a:srgbClr val="222B36"/>
                </a:solidFill>
                <a:latin typeface="Arial"/>
                <a:ea typeface="Arial"/>
                <a:cs typeface="Arial"/>
              </a:defRPr>
            </a:pPr>
            <a:r>
              <a:rPr lang="en-IE" sz="900" dirty="0" err="1">
                <a:solidFill>
                  <a:schemeClr val="tx2">
                    <a:lumMod val="90000"/>
                    <a:lumOff val="10000"/>
                  </a:schemeClr>
                </a:solidFill>
                <a:latin typeface="Arial"/>
                <a:ea typeface="Arial"/>
                <a:cs typeface="Arial"/>
              </a:rPr>
              <a:t>statsmodels</a:t>
            </a:r>
            <a:r>
              <a:rPr lang="en-IE" sz="900" dirty="0">
                <a:solidFill>
                  <a:schemeClr val="tx2">
                    <a:lumMod val="90000"/>
                    <a:lumOff val="10000"/>
                  </a:schemeClr>
                </a:solidFill>
                <a:latin typeface="Arial"/>
                <a:ea typeface="Arial"/>
                <a:cs typeface="Arial"/>
              </a:rPr>
              <a:t> developers (n.d.) SARIMAX. statsmodels.org/stable/generated/statsmodels.tsa.statespace.sarimax.SARIMAX.html</a:t>
            </a:r>
          </a:p>
          <a:p>
            <a:pPr algn="just">
              <a:defRPr sz="1800" b="0">
                <a:solidFill>
                  <a:srgbClr val="222B36"/>
                </a:solidFill>
                <a:latin typeface="Arial"/>
                <a:ea typeface="Arial"/>
                <a:cs typeface="Arial"/>
              </a:defRPr>
            </a:pPr>
            <a:r>
              <a:rPr lang="en-GB" sz="900" dirty="0">
                <a:solidFill>
                  <a:schemeClr val="tx2">
                    <a:lumMod val="90000"/>
                    <a:lumOff val="10000"/>
                  </a:schemeClr>
                </a:solidFill>
                <a:latin typeface="Arial"/>
                <a:ea typeface="Arial"/>
                <a:cs typeface="Arial"/>
              </a:rPr>
              <a:t>Dublin Airport, scikit-learn and </a:t>
            </a:r>
            <a:r>
              <a:rPr lang="en-GB" sz="900" dirty="0" err="1">
                <a:solidFill>
                  <a:schemeClr val="tx2">
                    <a:lumMod val="90000"/>
                    <a:lumOff val="10000"/>
                  </a:schemeClr>
                </a:solidFill>
                <a:latin typeface="Arial"/>
                <a:ea typeface="Arial"/>
                <a:cs typeface="Arial"/>
              </a:rPr>
              <a:t>statsmodels</a:t>
            </a:r>
            <a:r>
              <a:rPr lang="en-GB" sz="900" dirty="0">
                <a:solidFill>
                  <a:schemeClr val="tx2">
                    <a:lumMod val="90000"/>
                    <a:lumOff val="10000"/>
                  </a:schemeClr>
                </a:solidFill>
                <a:latin typeface="Arial"/>
                <a:ea typeface="Arial"/>
                <a:cs typeface="Arial"/>
              </a:rPr>
              <a:t> sources accessed: 18 October 2026</a:t>
            </a:r>
            <a:endParaRPr lang="en-IE" sz="900" dirty="0">
              <a:solidFill>
                <a:schemeClr val="tx2">
                  <a:lumMod val="90000"/>
                  <a:lumOff val="10000"/>
                </a:schemeClr>
              </a:solidFill>
              <a:latin typeface="Arial"/>
              <a:ea typeface="Arial"/>
              <a:cs typeface="Arial"/>
            </a:endParaRPr>
          </a:p>
        </p:txBody>
      </p:sp>
      <p:pic>
        <p:nvPicPr>
          <p:cNvPr id="97" name="Picture 96">
            <a:extLst>
              <a:ext uri="{FF2B5EF4-FFF2-40B4-BE49-F238E27FC236}">
                <a16:creationId xmlns:a16="http://schemas.microsoft.com/office/drawing/2014/main" id="{7E8FBA1B-2D5A-0655-BC7B-2F9934BD4A0E}"/>
              </a:ext>
            </a:extLst>
          </p:cNvPr>
          <p:cNvPicPr>
            <a:picLocks noChangeAspect="1"/>
          </p:cNvPicPr>
          <p:nvPr/>
        </p:nvPicPr>
        <p:blipFill>
          <a:blip r:embed="rId7"/>
          <a:stretch>
            <a:fillRect/>
          </a:stretch>
        </p:blipFill>
        <p:spPr>
          <a:xfrm>
            <a:off x="6607462" y="5935721"/>
            <a:ext cx="2047440" cy="709753"/>
          </a:xfrm>
          <a:prstGeom prst="rect">
            <a:avLst/>
          </a:prstGeom>
        </p:spPr>
      </p:pic>
      <p:pic>
        <p:nvPicPr>
          <p:cNvPr id="99" name="Picture 98">
            <a:extLst>
              <a:ext uri="{FF2B5EF4-FFF2-40B4-BE49-F238E27FC236}">
                <a16:creationId xmlns:a16="http://schemas.microsoft.com/office/drawing/2014/main" id="{7BAF3490-66C1-612B-D935-DD09F3489E8E}"/>
              </a:ext>
            </a:extLst>
          </p:cNvPr>
          <p:cNvPicPr>
            <a:picLocks noChangeAspect="1"/>
          </p:cNvPicPr>
          <p:nvPr/>
        </p:nvPicPr>
        <p:blipFill>
          <a:blip r:embed="rId8"/>
          <a:stretch>
            <a:fillRect/>
          </a:stretch>
        </p:blipFill>
        <p:spPr>
          <a:xfrm>
            <a:off x="3228831" y="5852757"/>
            <a:ext cx="2127238" cy="681807"/>
          </a:xfrm>
          <a:prstGeom prst="rect">
            <a:avLst/>
          </a:prstGeom>
        </p:spPr>
      </p:pic>
      <p:sp>
        <p:nvSpPr>
          <p:cNvPr id="3" name="TextBox 2">
            <a:extLst>
              <a:ext uri="{FF2B5EF4-FFF2-40B4-BE49-F238E27FC236}">
                <a16:creationId xmlns:a16="http://schemas.microsoft.com/office/drawing/2014/main" id="{362632F0-7A65-3F67-3711-64A0B38B4B83}"/>
              </a:ext>
            </a:extLst>
          </p:cNvPr>
          <p:cNvSpPr txBox="1"/>
          <p:nvPr/>
        </p:nvSpPr>
        <p:spPr>
          <a:xfrm>
            <a:off x="6414412" y="6644222"/>
            <a:ext cx="2442509" cy="184666"/>
          </a:xfrm>
          <a:prstGeom prst="rect">
            <a:avLst/>
          </a:prstGeom>
          <a:noFill/>
        </p:spPr>
        <p:txBody>
          <a:bodyPr wrap="square" rtlCol="0">
            <a:spAutoFit/>
          </a:bodyPr>
          <a:lstStyle/>
          <a:p>
            <a:pPr>
              <a:defRPr sz="2625" b="0">
                <a:solidFill>
                  <a:srgbClr val="222B36"/>
                </a:solidFill>
                <a:latin typeface="Arial"/>
                <a:ea typeface="Arial"/>
                <a:cs typeface="Arial"/>
              </a:defRPr>
            </a:pPr>
            <a:r>
              <a:rPr lang="en-GB" sz="600" dirty="0">
                <a:solidFill>
                  <a:schemeClr val="tx2">
                    <a:lumMod val="90000"/>
                    <a:lumOff val="10000"/>
                  </a:schemeClr>
                </a:solidFill>
                <a:latin typeface="Arial"/>
                <a:ea typeface="Arial"/>
                <a:cs typeface="Arial"/>
              </a:rPr>
              <a:t>MAE and RMSE are expressed in thousands of passengers.</a:t>
            </a:r>
            <a:endParaRPr lang="en-IE" sz="600" dirty="0">
              <a:solidFill>
                <a:schemeClr val="tx2">
                  <a:lumMod val="90000"/>
                  <a:lumOff val="10000"/>
                </a:schemeClr>
              </a:solidFill>
            </a:endParaRPr>
          </a:p>
        </p:txBody>
      </p:sp>
      <p:cxnSp>
        <p:nvCxnSpPr>
          <p:cNvPr id="11" name="Straight Connector 10">
            <a:extLst>
              <a:ext uri="{FF2B5EF4-FFF2-40B4-BE49-F238E27FC236}">
                <a16:creationId xmlns:a16="http://schemas.microsoft.com/office/drawing/2014/main" id="{E5A7996C-3281-7C6B-96BF-07D5CF846603}"/>
              </a:ext>
            </a:extLst>
          </p:cNvPr>
          <p:cNvCxnSpPr/>
          <p:nvPr/>
        </p:nvCxnSpPr>
        <p:spPr>
          <a:xfrm>
            <a:off x="2865293" y="1148735"/>
            <a:ext cx="0" cy="5385829"/>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6B6833F-C924-C82B-D42D-2566C01C655E}"/>
              </a:ext>
            </a:extLst>
          </p:cNvPr>
          <p:cNvCxnSpPr/>
          <p:nvPr/>
        </p:nvCxnSpPr>
        <p:spPr>
          <a:xfrm>
            <a:off x="5970212" y="1160765"/>
            <a:ext cx="0" cy="5385829"/>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39CBF6A-E4C5-CB4C-2E41-7683093000AB}"/>
              </a:ext>
            </a:extLst>
          </p:cNvPr>
          <p:cNvCxnSpPr/>
          <p:nvPr/>
        </p:nvCxnSpPr>
        <p:spPr>
          <a:xfrm>
            <a:off x="9157218" y="1178276"/>
            <a:ext cx="0" cy="5385829"/>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8A5F62F9-DE57-617E-FE7E-478521EDF3FC}"/>
              </a:ext>
            </a:extLst>
          </p:cNvPr>
          <p:cNvCxnSpPr>
            <a:cxnSpLocks/>
          </p:cNvCxnSpPr>
          <p:nvPr/>
        </p:nvCxnSpPr>
        <p:spPr>
          <a:xfrm>
            <a:off x="78550" y="1271846"/>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0A64282-31C2-D97F-3B52-4EFA910E51CA}"/>
              </a:ext>
            </a:extLst>
          </p:cNvPr>
          <p:cNvCxnSpPr>
            <a:cxnSpLocks/>
          </p:cNvCxnSpPr>
          <p:nvPr/>
        </p:nvCxnSpPr>
        <p:spPr>
          <a:xfrm>
            <a:off x="78041" y="2638899"/>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F3367B5-7AF6-A8EA-04D8-95715436CC85}"/>
              </a:ext>
            </a:extLst>
          </p:cNvPr>
          <p:cNvCxnSpPr>
            <a:cxnSpLocks/>
          </p:cNvCxnSpPr>
          <p:nvPr/>
        </p:nvCxnSpPr>
        <p:spPr>
          <a:xfrm>
            <a:off x="78041" y="3750868"/>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593C60A4-BD46-9576-260D-D95A5BB4429D}"/>
              </a:ext>
            </a:extLst>
          </p:cNvPr>
          <p:cNvCxnSpPr>
            <a:cxnSpLocks/>
          </p:cNvCxnSpPr>
          <p:nvPr/>
        </p:nvCxnSpPr>
        <p:spPr>
          <a:xfrm>
            <a:off x="3172328" y="1271846"/>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1E611DB-D4F7-9B4A-1E66-3C1C1349D788}"/>
              </a:ext>
            </a:extLst>
          </p:cNvPr>
          <p:cNvCxnSpPr>
            <a:cxnSpLocks/>
          </p:cNvCxnSpPr>
          <p:nvPr/>
        </p:nvCxnSpPr>
        <p:spPr>
          <a:xfrm>
            <a:off x="3192226" y="2402089"/>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74F4A31-FB79-56D7-0901-EEE6A895D5D0}"/>
              </a:ext>
            </a:extLst>
          </p:cNvPr>
          <p:cNvCxnSpPr>
            <a:cxnSpLocks/>
          </p:cNvCxnSpPr>
          <p:nvPr/>
        </p:nvCxnSpPr>
        <p:spPr>
          <a:xfrm>
            <a:off x="3128093" y="3716393"/>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6970690-03F8-FE72-254E-6F73DA3E1043}"/>
              </a:ext>
            </a:extLst>
          </p:cNvPr>
          <p:cNvCxnSpPr>
            <a:cxnSpLocks/>
          </p:cNvCxnSpPr>
          <p:nvPr/>
        </p:nvCxnSpPr>
        <p:spPr>
          <a:xfrm>
            <a:off x="3117020" y="4673296"/>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57316827-0C2A-F1F8-C8BF-569B8C3DD032}"/>
              </a:ext>
            </a:extLst>
          </p:cNvPr>
          <p:cNvCxnSpPr>
            <a:cxnSpLocks/>
          </p:cNvCxnSpPr>
          <p:nvPr/>
        </p:nvCxnSpPr>
        <p:spPr>
          <a:xfrm>
            <a:off x="6326071" y="4550185"/>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62C1B2B-6F50-73BE-FA62-CBA1872FC406}"/>
              </a:ext>
            </a:extLst>
          </p:cNvPr>
          <p:cNvCxnSpPr>
            <a:cxnSpLocks/>
          </p:cNvCxnSpPr>
          <p:nvPr/>
        </p:nvCxnSpPr>
        <p:spPr>
          <a:xfrm>
            <a:off x="9328738" y="1290356"/>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CA1CF1F6-FE4D-11A5-5AD4-5CCB02D9E8C7}"/>
              </a:ext>
            </a:extLst>
          </p:cNvPr>
          <p:cNvCxnSpPr>
            <a:cxnSpLocks/>
          </p:cNvCxnSpPr>
          <p:nvPr/>
        </p:nvCxnSpPr>
        <p:spPr>
          <a:xfrm>
            <a:off x="9368012" y="2780974"/>
            <a:ext cx="2610221" cy="0"/>
          </a:xfrm>
          <a:prstGeom prst="line">
            <a:avLst/>
          </a:prstGeom>
          <a:ln>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95917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TotalTime>
  <Words>550</Words>
  <Application>Microsoft Office PowerPoint</Application>
  <PresentationFormat>Widescreen</PresentationFormat>
  <Paragraphs>32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Cota</dc:creator>
  <cp:lastModifiedBy>Ricardo Cota</cp:lastModifiedBy>
  <cp:revision>1</cp:revision>
  <dcterms:created xsi:type="dcterms:W3CDTF">2026-10-18T17:56:59Z</dcterms:created>
  <dcterms:modified xsi:type="dcterms:W3CDTF">2026-10-18T19:47:40Z</dcterms:modified>
</cp:coreProperties>
</file>